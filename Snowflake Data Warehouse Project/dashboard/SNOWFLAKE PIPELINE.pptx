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EB985F92-4B80-4FEC-ABD6-46AFB0FE54F6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SNOWFLAKE PIPELINE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D7F14834-43C0-4C73-B503-D3715721BAAB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3/27/2026 12:57:41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 Sales" id="2" name="slide2">
            <a:extLst>
              <a:ext uri="{FF2B5EF4-FFF2-40B4-BE49-F238E27FC236}">
                <a16:creationId xmlns:a16="http://schemas.microsoft.com/office/drawing/2014/main" id="{FFFB2623-ECF9-406D-850A-B7155AD6A3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0290" y="0"/>
            <a:ext cx="9914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LES TREND" id="3" name="slide3">
            <a:extLst>
              <a:ext uri="{FF2B5EF4-FFF2-40B4-BE49-F238E27FC236}">
                <a16:creationId xmlns:a16="http://schemas.microsoft.com/office/drawing/2014/main" id="{977DC585-7C4A-4731-A5D4-DC473FD955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099" y="0"/>
            <a:ext cx="93878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GION SALES" id="4" name="slide4">
            <a:extLst>
              <a:ext uri="{FF2B5EF4-FFF2-40B4-BE49-F238E27FC236}">
                <a16:creationId xmlns:a16="http://schemas.microsoft.com/office/drawing/2014/main" id="{20CC35AA-EF2A-4A06-B9C9-D820443C9D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129" y="0"/>
            <a:ext cx="65017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P CUSTOMERS" id="5" name="slide5">
            <a:extLst>
              <a:ext uri="{FF2B5EF4-FFF2-40B4-BE49-F238E27FC236}">
                <a16:creationId xmlns:a16="http://schemas.microsoft.com/office/drawing/2014/main" id="{85CBC04A-33A0-465C-9126-F3A17ACBD91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105" y="0"/>
            <a:ext cx="33277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LES BY DATE" id="6" name="slide6">
            <a:extLst>
              <a:ext uri="{FF2B5EF4-FFF2-40B4-BE49-F238E27FC236}">
                <a16:creationId xmlns:a16="http://schemas.microsoft.com/office/drawing/2014/main" id="{4FB7E980-C545-444E-9575-E6980881628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27" y="0"/>
            <a:ext cx="114529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SCOUNT IMPACT" id="7" name="slide7">
            <a:extLst>
              <a:ext uri="{FF2B5EF4-FFF2-40B4-BE49-F238E27FC236}">
                <a16:creationId xmlns:a16="http://schemas.microsoft.com/office/drawing/2014/main" id="{A9E25DF8-8636-416D-831B-7A7FFCFF39E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27" y="0"/>
            <a:ext cx="114529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2026-03-26T19:27:46Z</dcterms:created>
  <dcterms:modified xsi:type="dcterms:W3CDTF">2026-03-26T19:27:46Z</dcterms:modified>
</cp:coreProperties>
</file>